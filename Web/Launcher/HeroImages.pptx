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311813" cy="18018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50" d="100"/>
          <a:sy n="50" d="100"/>
        </p:scale>
        <p:origin x="2856" y="-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386" y="2948801"/>
            <a:ext cx="15565041" cy="6272977"/>
          </a:xfrm>
        </p:spPr>
        <p:txBody>
          <a:bodyPr anchor="b"/>
          <a:lstStyle>
            <a:lvl1pPr algn="ctr">
              <a:defRPr sz="1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8977" y="9463688"/>
            <a:ext cx="13733860" cy="4350208"/>
          </a:xfrm>
        </p:spPr>
        <p:txBody>
          <a:bodyPr/>
          <a:lstStyle>
            <a:lvl1pPr marL="0" indent="0" algn="ctr">
              <a:buNone/>
              <a:defRPr sz="4806"/>
            </a:lvl1pPr>
            <a:lvl2pPr marL="915589" indent="0" algn="ctr">
              <a:buNone/>
              <a:defRPr sz="4005"/>
            </a:lvl2pPr>
            <a:lvl3pPr marL="1831177" indent="0" algn="ctr">
              <a:buNone/>
              <a:defRPr sz="3605"/>
            </a:lvl3pPr>
            <a:lvl4pPr marL="2746766" indent="0" algn="ctr">
              <a:buNone/>
              <a:defRPr sz="3204"/>
            </a:lvl4pPr>
            <a:lvl5pPr marL="3662355" indent="0" algn="ctr">
              <a:buNone/>
              <a:defRPr sz="3204"/>
            </a:lvl5pPr>
            <a:lvl6pPr marL="4577944" indent="0" algn="ctr">
              <a:buNone/>
              <a:defRPr sz="3204"/>
            </a:lvl6pPr>
            <a:lvl7pPr marL="5493532" indent="0" algn="ctr">
              <a:buNone/>
              <a:defRPr sz="3204"/>
            </a:lvl7pPr>
            <a:lvl8pPr marL="6409121" indent="0" algn="ctr">
              <a:buNone/>
              <a:defRPr sz="3204"/>
            </a:lvl8pPr>
            <a:lvl9pPr marL="7324710" indent="0" algn="ctr">
              <a:buNone/>
              <a:defRPr sz="32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93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34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401" y="4492024"/>
            <a:ext cx="15793939" cy="7495038"/>
          </a:xfrm>
        </p:spPr>
        <p:txBody>
          <a:bodyPr anchor="b"/>
          <a:lstStyle>
            <a:lvl1pPr>
              <a:defRPr sz="1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9401" y="12057968"/>
            <a:ext cx="15793939" cy="3941464"/>
          </a:xfrm>
        </p:spPr>
        <p:txBody>
          <a:bodyPr/>
          <a:lstStyle>
            <a:lvl1pPr marL="0" indent="0">
              <a:buNone/>
              <a:defRPr sz="4806">
                <a:solidFill>
                  <a:schemeClr val="tx1"/>
                </a:solidFill>
              </a:defRPr>
            </a:lvl1pPr>
            <a:lvl2pPr marL="915589" indent="0">
              <a:buNone/>
              <a:defRPr sz="4005">
                <a:solidFill>
                  <a:schemeClr val="tx1">
                    <a:tint val="75000"/>
                  </a:schemeClr>
                </a:solidFill>
              </a:defRPr>
            </a:lvl2pPr>
            <a:lvl3pPr marL="1831177" indent="0">
              <a:buNone/>
              <a:defRPr sz="3605">
                <a:solidFill>
                  <a:schemeClr val="tx1">
                    <a:tint val="75000"/>
                  </a:schemeClr>
                </a:solidFill>
              </a:defRPr>
            </a:lvl3pPr>
            <a:lvl4pPr marL="2746766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4pPr>
            <a:lvl5pPr marL="3662355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5pPr>
            <a:lvl6pPr marL="4577944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6pPr>
            <a:lvl7pPr marL="5493532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7pPr>
            <a:lvl8pPr marL="6409121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8pPr>
            <a:lvl9pPr marL="7324710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249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8937" y="4796492"/>
            <a:ext cx="7782521" cy="11432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70355" y="4796492"/>
            <a:ext cx="7782521" cy="11432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0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959302"/>
            <a:ext cx="15793939" cy="34826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324" y="4416945"/>
            <a:ext cx="7746754" cy="2164676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324" y="6581620"/>
            <a:ext cx="7746754" cy="9680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70356" y="4416945"/>
            <a:ext cx="7784906" cy="2164676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70356" y="6581620"/>
            <a:ext cx="7784906" cy="9680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983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404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05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1201208"/>
            <a:ext cx="5906036" cy="4204229"/>
          </a:xfrm>
        </p:spPr>
        <p:txBody>
          <a:bodyPr anchor="b"/>
          <a:lstStyle>
            <a:lvl1pPr>
              <a:defRPr sz="6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4906" y="2594280"/>
            <a:ext cx="9270355" cy="12804547"/>
          </a:xfrm>
        </p:spPr>
        <p:txBody>
          <a:bodyPr/>
          <a:lstStyle>
            <a:lvl1pPr>
              <a:defRPr sz="6408"/>
            </a:lvl1pPr>
            <a:lvl2pPr>
              <a:defRPr sz="5607"/>
            </a:lvl2pPr>
            <a:lvl3pPr>
              <a:defRPr sz="4806"/>
            </a:lvl3pPr>
            <a:lvl4pPr>
              <a:defRPr sz="4005"/>
            </a:lvl4pPr>
            <a:lvl5pPr>
              <a:defRPr sz="4005"/>
            </a:lvl5pPr>
            <a:lvl6pPr>
              <a:defRPr sz="4005"/>
            </a:lvl6pPr>
            <a:lvl7pPr>
              <a:defRPr sz="4005"/>
            </a:lvl7pPr>
            <a:lvl8pPr>
              <a:defRPr sz="4005"/>
            </a:lvl8pPr>
            <a:lvl9pPr>
              <a:defRPr sz="40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2" y="5405437"/>
            <a:ext cx="5906036" cy="10014242"/>
          </a:xfrm>
        </p:spPr>
        <p:txBody>
          <a:bodyPr/>
          <a:lstStyle>
            <a:lvl1pPr marL="0" indent="0">
              <a:buNone/>
              <a:defRPr sz="3204"/>
            </a:lvl1pPr>
            <a:lvl2pPr marL="915589" indent="0">
              <a:buNone/>
              <a:defRPr sz="2804"/>
            </a:lvl2pPr>
            <a:lvl3pPr marL="1831177" indent="0">
              <a:buNone/>
              <a:defRPr sz="2403"/>
            </a:lvl3pPr>
            <a:lvl4pPr marL="2746766" indent="0">
              <a:buNone/>
              <a:defRPr sz="2003"/>
            </a:lvl4pPr>
            <a:lvl5pPr marL="3662355" indent="0">
              <a:buNone/>
              <a:defRPr sz="2003"/>
            </a:lvl5pPr>
            <a:lvl6pPr marL="4577944" indent="0">
              <a:buNone/>
              <a:defRPr sz="2003"/>
            </a:lvl6pPr>
            <a:lvl7pPr marL="5493532" indent="0">
              <a:buNone/>
              <a:defRPr sz="2003"/>
            </a:lvl7pPr>
            <a:lvl8pPr marL="6409121" indent="0">
              <a:buNone/>
              <a:defRPr sz="2003"/>
            </a:lvl8pPr>
            <a:lvl9pPr marL="7324710" indent="0">
              <a:buNone/>
              <a:defRPr sz="20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190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322" y="1201208"/>
            <a:ext cx="5906036" cy="4204229"/>
          </a:xfrm>
        </p:spPr>
        <p:txBody>
          <a:bodyPr anchor="b"/>
          <a:lstStyle>
            <a:lvl1pPr>
              <a:defRPr sz="64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84906" y="2594280"/>
            <a:ext cx="9270355" cy="12804547"/>
          </a:xfrm>
        </p:spPr>
        <p:txBody>
          <a:bodyPr anchor="t"/>
          <a:lstStyle>
            <a:lvl1pPr marL="0" indent="0">
              <a:buNone/>
              <a:defRPr sz="6408"/>
            </a:lvl1pPr>
            <a:lvl2pPr marL="915589" indent="0">
              <a:buNone/>
              <a:defRPr sz="5607"/>
            </a:lvl2pPr>
            <a:lvl3pPr marL="1831177" indent="0">
              <a:buNone/>
              <a:defRPr sz="4806"/>
            </a:lvl3pPr>
            <a:lvl4pPr marL="2746766" indent="0">
              <a:buNone/>
              <a:defRPr sz="4005"/>
            </a:lvl4pPr>
            <a:lvl5pPr marL="3662355" indent="0">
              <a:buNone/>
              <a:defRPr sz="4005"/>
            </a:lvl5pPr>
            <a:lvl6pPr marL="4577944" indent="0">
              <a:buNone/>
              <a:defRPr sz="4005"/>
            </a:lvl6pPr>
            <a:lvl7pPr marL="5493532" indent="0">
              <a:buNone/>
              <a:defRPr sz="4005"/>
            </a:lvl7pPr>
            <a:lvl8pPr marL="6409121" indent="0">
              <a:buNone/>
              <a:defRPr sz="4005"/>
            </a:lvl8pPr>
            <a:lvl9pPr marL="7324710" indent="0">
              <a:buNone/>
              <a:defRPr sz="40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1322" y="5405437"/>
            <a:ext cx="5906036" cy="10014242"/>
          </a:xfrm>
        </p:spPr>
        <p:txBody>
          <a:bodyPr/>
          <a:lstStyle>
            <a:lvl1pPr marL="0" indent="0">
              <a:buNone/>
              <a:defRPr sz="3204"/>
            </a:lvl1pPr>
            <a:lvl2pPr marL="915589" indent="0">
              <a:buNone/>
              <a:defRPr sz="2804"/>
            </a:lvl2pPr>
            <a:lvl3pPr marL="1831177" indent="0">
              <a:buNone/>
              <a:defRPr sz="2403"/>
            </a:lvl3pPr>
            <a:lvl4pPr marL="2746766" indent="0">
              <a:buNone/>
              <a:defRPr sz="2003"/>
            </a:lvl4pPr>
            <a:lvl5pPr marL="3662355" indent="0">
              <a:buNone/>
              <a:defRPr sz="2003"/>
            </a:lvl5pPr>
            <a:lvl6pPr marL="4577944" indent="0">
              <a:buNone/>
              <a:defRPr sz="2003"/>
            </a:lvl6pPr>
            <a:lvl7pPr marL="5493532" indent="0">
              <a:buNone/>
              <a:defRPr sz="2003"/>
            </a:lvl7pPr>
            <a:lvl8pPr marL="6409121" indent="0">
              <a:buNone/>
              <a:defRPr sz="2003"/>
            </a:lvl8pPr>
            <a:lvl9pPr marL="7324710" indent="0">
              <a:buNone/>
              <a:defRPr sz="20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81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484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04392" y="959298"/>
            <a:ext cx="3948485" cy="15269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8938" y="959298"/>
            <a:ext cx="11616556" cy="15269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44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8937" y="959302"/>
            <a:ext cx="15793939" cy="348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937" y="4796492"/>
            <a:ext cx="15793939" cy="1143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8937" y="16700137"/>
            <a:ext cx="4120158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540C3-C63D-4C29-85E9-DCDCE43FBE9F}" type="datetimeFigureOut">
              <a:rPr lang="en-AU" smtClean="0"/>
              <a:t>15/12/2025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65788" y="16700137"/>
            <a:ext cx="6180237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32718" y="16700137"/>
            <a:ext cx="4120158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D5BB2-F634-4D3F-86B1-4F339C1215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6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31177" rtl="0" eaLnBrk="1" latinLnBrk="0" hangingPunct="1">
        <a:lnSpc>
          <a:spcPct val="90000"/>
        </a:lnSpc>
        <a:spcBef>
          <a:spcPct val="0"/>
        </a:spcBef>
        <a:buNone/>
        <a:defRPr sz="8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794" indent="-457794" algn="l" defTabSz="1831177" rtl="0" eaLnBrk="1" latinLnBrk="0" hangingPunct="1">
        <a:lnSpc>
          <a:spcPct val="90000"/>
        </a:lnSpc>
        <a:spcBef>
          <a:spcPts val="2003"/>
        </a:spcBef>
        <a:buFont typeface="Arial" panose="020B0604020202020204" pitchFamily="34" charset="0"/>
        <a:buChar char="•"/>
        <a:defRPr sz="5607" kern="1200">
          <a:solidFill>
            <a:schemeClr val="tx1"/>
          </a:solidFill>
          <a:latin typeface="+mn-lt"/>
          <a:ea typeface="+mn-ea"/>
          <a:cs typeface="+mn-cs"/>
        </a:defRPr>
      </a:lvl1pPr>
      <a:lvl2pPr marL="1373383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4806" kern="1200">
          <a:solidFill>
            <a:schemeClr val="tx1"/>
          </a:solidFill>
          <a:latin typeface="+mn-lt"/>
          <a:ea typeface="+mn-ea"/>
          <a:cs typeface="+mn-cs"/>
        </a:defRPr>
      </a:lvl2pPr>
      <a:lvl3pPr marL="2288972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3pPr>
      <a:lvl4pPr marL="3204561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4pPr>
      <a:lvl5pPr marL="4120149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5pPr>
      <a:lvl6pPr marL="5035738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6pPr>
      <a:lvl7pPr marL="5951327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7pPr>
      <a:lvl8pPr marL="6866915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8pPr>
      <a:lvl9pPr marL="7782504" indent="-457794" algn="l" defTabSz="18311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1pPr>
      <a:lvl2pPr marL="915589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2pPr>
      <a:lvl3pPr marL="1831177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3pPr>
      <a:lvl4pPr marL="2746766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4pPr>
      <a:lvl5pPr marL="3662355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5pPr>
      <a:lvl6pPr marL="4577944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6pPr>
      <a:lvl7pPr marL="5493532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7pPr>
      <a:lvl8pPr marL="6409121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8pPr>
      <a:lvl9pPr marL="732471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CBA6441-9FB8-640E-FB19-1E16CDDE7A54}"/>
              </a:ext>
            </a:extLst>
          </p:cNvPr>
          <p:cNvGrpSpPr/>
          <p:nvPr/>
        </p:nvGrpSpPr>
        <p:grpSpPr>
          <a:xfrm>
            <a:off x="5253281" y="5086088"/>
            <a:ext cx="7810501" cy="3524251"/>
            <a:chOff x="2446782" y="1666875"/>
            <a:chExt cx="7810501" cy="352425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430C785-1635-8C91-D064-56DB6848D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27" t="25913" r="24927" b="16679"/>
            <a:stretch>
              <a:fillRect/>
            </a:stretch>
          </p:blipFill>
          <p:spPr>
            <a:xfrm>
              <a:off x="2446783" y="1666876"/>
              <a:ext cx="7810500" cy="352425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F382FB-3431-00FD-9031-473375548C3B}"/>
                </a:ext>
              </a:extLst>
            </p:cNvPr>
            <p:cNvSpPr/>
            <p:nvPr/>
          </p:nvSpPr>
          <p:spPr>
            <a:xfrm>
              <a:off x="2446782" y="1666875"/>
              <a:ext cx="7810499" cy="3524250"/>
            </a:xfrm>
            <a:prstGeom prst="rect">
              <a:avLst/>
            </a:prstGeom>
            <a:gradFill>
              <a:gsLst>
                <a:gs pos="60000">
                  <a:schemeClr val="tx1">
                    <a:alpha val="0"/>
                  </a:schemeClr>
                </a:gs>
                <a:gs pos="100000">
                  <a:schemeClr val="tx1">
                    <a:alpha val="5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6" name="Picture 15" descr="A video game logo with text&#10;&#10;AI-generated content may be incorrect.">
              <a:extLst>
                <a:ext uri="{FF2B5EF4-FFF2-40B4-BE49-F238E27FC236}">
                  <a16:creationId xmlns:a16="http://schemas.microsoft.com/office/drawing/2014/main" id="{C23EC187-E4B0-BA64-A8A9-26C01E59F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6813" y="1994228"/>
              <a:ext cx="5790437" cy="824343"/>
            </a:xfrm>
            <a:prstGeom prst="rect">
              <a:avLst/>
            </a:prstGeom>
          </p:spPr>
        </p:pic>
        <p:pic>
          <p:nvPicPr>
            <p:cNvPr id="17" name="Picture 16" descr="A green and orange text&#10;&#10;AI-generated content may be incorrect.">
              <a:extLst>
                <a:ext uri="{FF2B5EF4-FFF2-40B4-BE49-F238E27FC236}">
                  <a16:creationId xmlns:a16="http://schemas.microsoft.com/office/drawing/2014/main" id="{96DBA0AA-D798-92F2-C140-60AA55AF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6283" y="4193898"/>
              <a:ext cx="5111496" cy="86908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41DE83A-3A1B-E732-B4AB-87C52C5E5210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8031" y="9402147"/>
            <a:ext cx="7815749" cy="35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3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Walpole</dc:creator>
  <cp:lastModifiedBy>Ryan Walpole</cp:lastModifiedBy>
  <cp:revision>1</cp:revision>
  <dcterms:created xsi:type="dcterms:W3CDTF">2025-12-15T07:43:00Z</dcterms:created>
  <dcterms:modified xsi:type="dcterms:W3CDTF">2025-12-15T07:43:52Z</dcterms:modified>
</cp:coreProperties>
</file>